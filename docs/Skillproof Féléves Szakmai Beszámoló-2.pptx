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9"/>
  </p:normalViewPr>
  <p:slideViewPr>
    <p:cSldViewPr snapToGrid="0">
      <p:cViewPr varScale="1">
        <p:scale>
          <a:sx n="104" d="100"/>
          <a:sy n="104" d="100"/>
        </p:scale>
        <p:origin x="688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286a1525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286a1525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3626833"/>
            <a:ext cx="1064894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5301" y="1622862"/>
            <a:ext cx="11181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Skillproof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2546787"/>
            <a:ext cx="1064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1800" b="0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arrierplatform és kompetenciamérő rendszer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79069"/>
            <a:ext cx="110490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5579119"/>
            <a:ext cx="355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Kánya Marcell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Architect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317950" y="5579119"/>
            <a:ext cx="355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Zádori Áron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Full-stack developer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64400" y="5579119"/>
            <a:ext cx="355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Kelemen Özséb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Full-stack developer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6245869"/>
            <a:ext cx="355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Tolnai Olivér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Full-stack developer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317950" y="6245869"/>
            <a:ext cx="355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Révész Ádám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Full-stack developer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064400" y="6245869"/>
            <a:ext cx="355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Kovács Viktor Benjámin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Manager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Szoftvertermék Szakmai Áttekintése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1600200"/>
            <a:ext cx="52906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 Projekt Célja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71525" y="2209800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 projekt célja a toborzási folyamat hatékonyságának növelése a jelöltek valós tudásának, egyedi szakmai tesztekkel történő objektív felmérésén keresztül.</a:t>
            </a:r>
            <a:endParaRPr sz="1500"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3554353"/>
            <a:ext cx="52906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Koncepció és Megoldás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05600" y="1895475"/>
            <a:ext cx="46405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Technológiai Keretrendszerek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05600" y="5054325"/>
            <a:ext cx="441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57313" y="4095750"/>
            <a:ext cx="47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Munkáltatói tesztek: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Kifejtős, kódpótlós és feleletválasztós szakmai feladatsorok.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57313" y="5038725"/>
            <a:ext cx="4752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Automatizálás: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AI alapú kiértékelés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91350" y="2720700"/>
            <a:ext cx="413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Angular 21 (TypeScript)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991350" y="3168375"/>
            <a:ext cx="413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UI Sablonok: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Angular Material, Bootstrap 5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91350" y="3616050"/>
            <a:ext cx="413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.NET 9 (ASP.NET Core Web API)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991350" y="4254225"/>
            <a:ext cx="4134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Adatbázis: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Relációs adatbázis Entity Framework Core ORM-mel 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71563" y="413385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71563" y="50768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705600" y="275880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05600" y="320647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705600" y="365415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705600" y="42923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Alkalmazott Könyvtárak és Architektúra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1600200"/>
            <a:ext cx="52906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Backend (.NET 9)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381750" y="1600200"/>
            <a:ext cx="52906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Frontend (Angular 21)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57275" y="2209800"/>
            <a:ext cx="4752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Entity Framework Core: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Entitások adatbázis-leképezése, aszinkron CRUD műveletek és LINQ lekérdezése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57275" y="3457575"/>
            <a:ext cx="4752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Dependency Injection: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Interfészek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injektálása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	       	     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constructoron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keresztül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057275" y="4344375"/>
            <a:ext cx="4752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JWT Bearer Authentication: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Token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generálás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validálás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, Claims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kezelés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és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Role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alapú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Cég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Álláskereső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jogosultságok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1057275" y="5600475"/>
            <a:ext cx="4752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67500" y="2019300"/>
            <a:ext cx="47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Állapotkezelés és Routing: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Az Angular beépített megoldásainak alkalmazása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67500" y="307657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UI Komponensek: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Angular Material a dinamikus űrlapokhoz (pl. tesztkitöltés).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71525" y="22479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71525" y="349567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75" y="3917700"/>
            <a:ext cx="11620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771525" y="438247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71525" y="5638575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381750" y="20574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381750" y="311467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381750" y="4057650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600" y="1727475"/>
            <a:ext cx="33590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6400" y="1727475"/>
            <a:ext cx="3359199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1350" y="1727475"/>
            <a:ext cx="33590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Verziókövetési Stratégia (Git)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095450" y="2441850"/>
            <a:ext cx="2739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fő ág, amely a stabil, élesíthető (production-ready) állapotot tartalmazta.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740250" y="2441850"/>
            <a:ext cx="27402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fejlesztési (development) ág. Ide integráltuk a különböző funkciókat tesztelés céljából.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85200" y="2441850"/>
            <a:ext cx="2739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konkrét fejlesztések a develop-ból leágaztatott ágakon történtek.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57275" y="4607475"/>
            <a:ext cx="10363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félév során rutinosabbá váltunk a Git használatában, beleértve a konfliktuskezelést is.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57275" y="5055150"/>
            <a:ext cx="10363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Pull Requesteket folyamatosan és gyorsan kezeltük, ezáltal minimalizáltuk a merge conflict-okat és a belőlük adódó bugokat.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450" y="20418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2625" y="2041800"/>
            <a:ext cx="7429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250" y="20418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26000" y="2041800"/>
            <a:ext cx="8477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5200" y="20418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42375" y="2041800"/>
            <a:ext cx="10572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771525" y="4645575"/>
            <a:ext cx="142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71525" y="5093250"/>
            <a:ext cx="142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238375"/>
            <a:ext cx="34226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4625" y="2238375"/>
            <a:ext cx="34226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8825" y="2328863"/>
            <a:ext cx="34226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 Fejlesztés Menete (Sprintek)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971550" y="243840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Sprint 1: Alapozás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971550" y="2762250"/>
            <a:ext cx="302255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4584650" y="243840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Sprint 2: Magfunkciók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4584650" y="2762250"/>
            <a:ext cx="302255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197750" y="243840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Sprint 3: Finomítás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8197750" y="2762250"/>
            <a:ext cx="302255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057275" y="2924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62050" y="2924175"/>
            <a:ext cx="283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Projekt és repó inicializálása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57275" y="3305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162050" y="3305175"/>
            <a:ext cx="283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Adatbázis (SQL) tervezés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057275" y="3686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162050" y="3686175"/>
            <a:ext cx="2832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API végpontok alapjainak megtervezése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57275" y="4371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162050" y="4371975"/>
            <a:ext cx="2832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Jogosultságkezelés és regisztráció (Auth)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4670375" y="2924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4775150" y="2924175"/>
            <a:ext cx="2832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Kérdésbank backend és frontend CRUD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4670375" y="3609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775150" y="3609975"/>
            <a:ext cx="2832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Kvíz kitöltő oldal és eredmény logika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670375" y="4295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4775150" y="4295775"/>
            <a:ext cx="283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Álláshirdetések feltöltése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4670375" y="4676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4775150" y="4676775"/>
            <a:ext cx="283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Munkajelentkezések kezelése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283475" y="2924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388250" y="2924175"/>
            <a:ext cx="283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AI integráció és refaktorálás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283475" y="3305175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283475" y="337185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8388250" y="3371850"/>
            <a:ext cx="2832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Keresés javítása (fast-levenshtein)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8283475" y="405765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388250" y="4057650"/>
            <a:ext cx="283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Szerverre való 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kitelepítés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Csapatmunka és Együttműködés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771525" y="1600200"/>
            <a:ext cx="52906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Szakmai Oldal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381750" y="1600200"/>
            <a:ext cx="52906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Emberi Oldal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057275" y="2019300"/>
            <a:ext cx="47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Éles szétválasztás a Frontend és Backend feladatok között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1057275" y="3267075"/>
            <a:ext cx="47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haladás kifejezetten dinamikus volt, minden funkció maradéktalanul elkészült.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057275" y="4210050"/>
            <a:ext cx="47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Rövid, célratörő és hatékony státusz-meetingeket tartottunk.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667500" y="2019300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Az előző félévekhez képest a tagok sokkal jobban kezelték a csapatmunkát.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6667500" y="2771775"/>
            <a:ext cx="47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Erős volt a 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csapatösszahang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, gördülékeny volt az együttműködés.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667500" y="3524250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Mindenki lelkiismeretesen haladt a saját feladatával, elkerülve a félév végi kapkodást.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71525" y="2057400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771525" y="3305175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771525" y="4248150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6381750" y="2057400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381750" y="2809875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381750" y="3562350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Probléma Jegyzőkönyv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057275" y="1790700"/>
            <a:ext cx="10363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Kommunikáció és Tervezés hiánya (Emberi oldal):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Az elején nem volt megfelelő a kommunikáció, nem alakult ki egy globálisan ismert, egységes ter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057275" y="2733675"/>
            <a:ext cx="10363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Strukturális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eltérések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Szakmai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oldal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kezdetekkor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projektstruktúra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nem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volt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egységes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Fejlesztés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közben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sokszor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csak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találgattunk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",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hogy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mi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legyen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irány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1057275" y="3486150"/>
            <a:ext cx="10363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Adatbázis-változások menedzselése: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tervezés hiánya miatt gyakoriak voltak a DB módosítások. Nem mindig sikerült minden kapcsolódó részt azonnal frissíteni a kódban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1057275" y="4344275"/>
            <a:ext cx="10363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Skálázódási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nehézség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Mivel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projekt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mérete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jelentősen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meghaladta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az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előző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félévit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, a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vége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felé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nehezebb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volt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átlátni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teljes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rendszert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ami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megnehezítette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bugok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megtalálását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és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javítását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9" name="Google Shape;229;p19"/>
          <p:cNvSpPr txBox="1"/>
          <p:nvPr/>
        </p:nvSpPr>
        <p:spPr>
          <a:xfrm>
            <a:off x="771525" y="182880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►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771525" y="277177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►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771525" y="352425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►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771525" y="438237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►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Szakmai Tanulságok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874400" y="2963425"/>
            <a:ext cx="46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Osztályok és Modellek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874400" y="3382525"/>
            <a:ext cx="4419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Megtanultuk, hogy az osztályok kezdeti hiányos létrehozása, majd azok utólagos property-vel való bővítése rendkívül macerás és kockázatos.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484625" y="2963425"/>
            <a:ext cx="46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 "Design First" Elve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484625" y="3573025"/>
            <a:ext cx="4419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legfontosabb tanulság: legközelebb egységesebben kell nekikezdeni a munkának, és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előre megtervezni minden apró részletet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705600" y="4152900"/>
            <a:ext cx="441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/>
        </p:nvSpPr>
        <p:spPr>
          <a:xfrm>
            <a:off x="771525" y="581025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Személyes Megélések és Tapasztalatok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771525" y="1190625"/>
            <a:ext cx="106489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057275" y="2278500"/>
            <a:ext cx="10363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Kevesebb stressz: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Előző félévhez képest mindenki lazábban, és stressz mentesebben kezelte ezt a projektet, tudatosabb volt a fejlesztés menete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1057275" y="3030975"/>
            <a:ext cx="10363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Biztonságérzet a csapatban: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stresszmentesebb hozzáállás nagyrészt annak volt köszönhető, hogy az előző félévhez képest sokkal jobb volt a 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csapategység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 Bízhattunk egymás munkájában.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057275" y="3783450"/>
            <a:ext cx="10363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Technológiai stabilitás: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Bár komplex rendszert építettünk fel, a stabil alapoknak köszönhetően a napi feladatok során "nem volt semmi különleges"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057275" y="4726425"/>
            <a:ext cx="10363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Git rutin: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Git használat mostanra rutinná vált, ami hatalmas könnyebbséget jelentett a fejlesztés sorá</a:t>
            </a:r>
            <a:r>
              <a:rPr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500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71525" y="231660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771525" y="306907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771525" y="3821550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71525" y="47645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1025" y="184170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775" y="184170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9775" y="184170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1160408" y="2905805"/>
            <a:ext cx="9871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Köszönjük a figyelmet!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698</Words>
  <Application>Microsoft Macintosh PowerPoint</Application>
  <PresentationFormat>Szélesvásznú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6" baseType="lpstr">
      <vt:lpstr>Poppins</vt:lpstr>
      <vt:lpstr>Arial</vt:lpstr>
      <vt:lpstr>Calibri</vt:lpstr>
      <vt:lpstr>Lato</vt:lpstr>
      <vt:lpstr>Inter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Kovács Viktor Benjámin</cp:lastModifiedBy>
  <cp:revision>2</cp:revision>
  <dcterms:modified xsi:type="dcterms:W3CDTF">2026-05-16T16:05:39Z</dcterms:modified>
</cp:coreProperties>
</file>